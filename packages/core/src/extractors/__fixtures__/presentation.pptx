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>
      <p:nvGrpSpPr/>
      <p:grpSpPr/>
    </p:spTree>
  </p:cSld>
</p:sld>
</file>

<file path=docProps/app.xml><?xml version="1.0" encoding="utf-8"?>
<Properties xmlns="http://schemas.openxmlformats.org/officeDocument/2006/extended-properties">
  <Application>Microsoft Office PowerPoint</Application>
  <AppVersion>16.0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creator>Bob Wilson</dc:creator>
</cp:coreProperties>
</file>